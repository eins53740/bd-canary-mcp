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Universal Canary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BD Hackathon 2025-10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🏭 Complex Tag Hierarchies - Deep folder structures with cryptic naming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Access Barriers - Requires API knowledge and custom integration code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Time-Consuming - Engineers spend hours navigating and querying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🔍 Non-Intuitive Naming - Abbreviations and conventions vary by plant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Example path: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Views/Secil/Portugal/Cement/Maceira/400 - Clinker Production/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431 - Kiln/Normalised/Energy/P431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Natural Language Queries - Ask questions conversationally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🤖 LLM Integration - Connect Claude Desktop to plant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🔌 MCP Protocol - Standardized bridge between AI and industrial systems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Instant Access - Seconds instead of hours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Example: 'What was the average kiln speed yesterday?'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→ System automatically finds tags, retrieves data, analyzes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System Architecture - 3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LLM Client Layer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Claude Desktop, Continue IDE, other MCP clients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Natural language understanding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MCP Server Layer (Our Implementation)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FastMCP framework (Python 3.12+)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5 core tools: ping, list_namespaces, search_tags,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 get_tag_metadata, read_timeseries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Authentication &amp; session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Time expression parsing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Canary Historian Layer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SAF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Views Web API (Read API)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Time-series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Authentication &amp; Session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🔐 Token-Based Authentication with Canary SAF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User token (from .env) → Session token request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Session token cached with 2-minute expiry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Automatic refresh when &lt;30 seconds remaining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Retry logic with exponential backoff (3 attempts)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Seamless - Users never see token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Efficient - Token reuse reduces API calls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Resilient - Auto-retry on connection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5 Core MCP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ping()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Health check and connectivity test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list_namespaces()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Browse Canary tag hierarchy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Returns full folder structure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search_tags(pattern)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Find tags by wildcard pattern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Returns matching tags with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get_tag_metadata(tag_path)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Retrieve tag properties: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Data type, units, ranges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Description, update rate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read_timeseries(tags, start, end)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Fetch historical data: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Natural language times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Multiple tags supported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Quality flags included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 • Pagination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Smart Time Expression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🕐 Converts Natural Language → ISO 8601 Timestamps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Supported Expressions: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'yesterday' → 2025-10-30T00:00:00Z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'past 24 hours' → current time - 24h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'last week' → current time - 7 days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'now' → current timestamp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Users don't need to know exact timestamp formats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Timezone-aware conversions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Validation of time ranges (start &lt; end)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Usage &amp;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How to Use the Canary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📦 Installation (3 steps):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Install dependencies: uv sync --all-extras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Configure .env with Canary credentials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Install Claude Desktop config file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Usage: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Open Claude Desktop (auto-connects to MCP server)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Look for 'canary-historian' server indicator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Ask questions naturally!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Example: 'Show me the kiln temperature for yesterday'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→ Claude automatically calls search_tags() and read_timeseries()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Demo Scenario #1: Quick Status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User Query: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'What is the latest value for kiln 5 431 shell velocity?'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System Flow: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Claude interprets: kiln 431, shell velocity, latest value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Calls search_tags('*431*shell*velocity*')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Selects best match from candidates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Calls read_timeseries(tag, 'past 24 hours', 'now', 1)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Response: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'The latest shell velocity for Kiln 5 (431) is 1.2 rpm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as of 2025-10-31 14:30 UTC. Quality: Good.'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Time: &lt;5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Demo Scenario #2: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User Query: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'Compare kiln 431 power consumption yesterday vs today'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System Flow: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Searches for power tag (finds P431)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Retrieves yesterday's data (full day)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Retrieves today's data (partial)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Calculates statistics and compares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Response: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Yesterday: Avg 1765 kW (min 1720, max 1808)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Today: Avg 1752 kW (min 1735, max 1792)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Observation: -0.7% lower with less variance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Time: &lt;10 seconds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Demo Scenario #3: Multi-Parameter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User Query: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'Show correlation between kiln speed and temperature (past week)'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System Flow: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Searches for speed tag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Searches for temperature tag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Retrieves 7 days of data for both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Analyzes correlation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Response: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Speed: 1.8-2.1 rpm (avg 1.95)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Temperature: 850-920°C (avg 885)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Correlation: r=0.82 (strong positive)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Insight: Speed &gt;2.0 rpm → temp +15-20°C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Time: &lt;15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Technical Achievements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Technology Stack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🛠️ Core Technologies: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Python 3.12+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FastMCP 0.1.0+ (MCP SDK)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httpx (async HTTP client)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uv (package manager)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pytest (testing framework)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📊 Code Quality: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73% test coverage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Type-safe with mypy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Ruff for linting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~1,500 lines production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✨ Key Features: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Async/await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Retry with exponential backoff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Session token auto-refresh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Comprehensive error handling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Environment-based config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📈 Project Stats: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5 MCP tools implemented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15+ test cases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20+ commits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Complete documentation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Technical Architecture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Design Principles: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Separation of Concerns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Auth module (345 lines) - Token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Server module (631 lines) - Tools &amp; parsing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Async-First Design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Non-blocking I/O for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Concurrent API calls where possible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Resilience &amp; Reliability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Automatic retry on transient failures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Graceful error handling with context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Session state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Developer Experience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Type hints throughout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Clear error messages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Extensive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Results &amp;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What We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Production-Ready MCP Server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Complete authentication &amp; session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5 fully functional tools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Comprehensive error handling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Natural Language Interface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Converts conversational queries → API calls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Time expression parsing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Tag search with wildcards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Robust Testing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73% code coverage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Unit + integration tests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Validated against real Canary system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Complete Documentation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README, testing guide, API docs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Setup instructions for Windows/Claude Desktop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Business Value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Time Savings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From minutes/hours → seconds for data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👥 Accessibility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Enable non-technical users to query plant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No need to learn complex APIs or tag structures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🔍 Faster Insights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Quick analysis → faster problem resolution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Easier correlation and trend detection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Scalability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Foundation for AI-powered plant operations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Extensible architecture for future features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🌍 Multi-Site Potential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Can be deployed across all Secil plants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Future Roadmap - Phases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📍 Phase 1: Semantic Resolution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Fuzzy matching with confidence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Context-aware search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(plant/area/unit)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Synonym expansion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(speed ↔ rpm ↔ velocity)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(English/Portuguese)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Path normalization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'velocidade do forno 5'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Translates, expands synonyms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Ranks by fuzzy match +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📊 Phase 2: Advanced Analytics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Statistical aggregations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(avg, min, max, stddev)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Trend detection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Anomaly identification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Correlation analysis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Time-series forecasting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Quality-filtered data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'Detect anomalies in kiln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temperature last month'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Statistical analysis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Highlight outliers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Future Roadmap - Phases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⚡ Phase 3: Performance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Caching layer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(browse/search results)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Connection pooling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Smart pagination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Continuation token support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Rate limiting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Backpressure handling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Target: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&lt;500ms average response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Support 100+ concurrent users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99.9% uptime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🌐 Phase 4: Multi-Site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Multi-plant configuration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Site-specific dictionaries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Cross-site comparison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Federated queries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Site context awareness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'Compare Outao and Maceira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kiln efficiency this week'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Queries both sites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Normalizes metrics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→ Presents comparison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Immediate (1-2 weeks):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Pilot deployment with select engineers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Gather user feedback and usage patterns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Document common queries and pain points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Short-term (1-3 months):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Implement semantic resolution (fuzzy matching, synonyms)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Optimize performance (caching, connection pooling)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Expand test coverage to 85%+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🌟 Long-term (3-6 months):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Multi-site rollout across Secil plants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Advanced analytics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Integration with additional LLM clients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Explore write operations (with strict permissions)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We built a production-ready MCP server connecting LLMs to industrial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Engineers can now query plant data using natural language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Data access time reduced from hours → seconds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🔧 Robust, tested, documented, and ready for deployment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Foundation for AI-powered plant operations at Secil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🌍 Scalable architecture ready for multi-site expansion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The future of industrial data access is conversational.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